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DECF-E322-4E55-BEFA-4FBD9E8E3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9C5AA-606E-403D-BC32-7776BA18F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82EA6-A48A-4B86-B3F9-C75E2129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64BAB-8A10-4E8F-A832-99EB5630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64435-CAC8-4D90-8711-E2DF8B56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31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9472-AA93-428A-9A7A-2E08C71F0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6D83F-F29D-4D95-BFB7-FF5EBEC94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7494B-BB0D-4278-9626-5A35936C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7B25A-C0FA-435E-9B21-E0D621B0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D91E1-F06D-4192-A010-D6ADC73F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03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6592-1E03-402B-812F-C0815E73A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B83F9-A0BC-445F-9086-7F33E101C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280B3-9929-4D11-B10D-C9D65E92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1573E-C8B4-46BF-9225-9D0F0F33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D2B05-8DB9-479A-AA1F-F5730C82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25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AD20-52D0-4A08-B58E-F2584FE4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924D-A3AF-4C55-BA52-B4E0EED98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C669C-FDF1-401D-8E3A-E1FB0A453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2EEC6-1848-45D0-A464-DAD3F109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F153B-3CAB-434E-B194-6D7C60DA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2A62E-5A9A-4EC4-8810-7E93706E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3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6646-51CB-4EE3-A057-B88BCC161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17FE-1437-43DD-AE74-80DDBAC12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0466E-0D6B-4237-9770-DCC51ADD3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842FA-FD7B-4D81-8BFA-1C565F3D6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E9E2E1-9FA8-4115-9594-E4FDD4205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CC38E2-5B6B-4CCF-9580-81AC805D7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3E5E7-4DBB-42FE-AAF2-FA50EAC9D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9835AE-5E58-4F91-B93E-2D2C24EA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44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8384-C7DB-4D95-91AC-AE441DC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0F6A8-3BDB-4E55-9253-974EAE86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1283-FE5F-4F8D-83C7-06EEBE3A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71718-EBBB-4BB0-80D4-E82F608D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6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7546E-B15A-4069-BD6D-11842A88A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48B4D-D861-4FBF-BD06-6CDDACF3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F6A76-AD37-48C1-ACD2-157BD858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8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EE89-D435-4E23-869D-0D4218440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24D39-6CE9-4FA0-BB59-FB5B61C0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8F729-E78A-4D2C-AF5C-94ADD8984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43079-8A0C-4A64-921C-A1686E150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E80AE-786E-4948-AB90-E5F83CF1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FB6D5-FA10-458A-A470-05663DAEB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17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41D60-8F98-4CD8-903D-AC782D5A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FA226B-8924-4A53-BF70-A32BFBC89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5F0E5-9127-4019-B093-41088439D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1DAA9-998C-41A8-A0E5-6B16B1C70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63195-8E35-4370-A05A-7A1A545C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2C2BD-5559-45FC-B6CF-696436AB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46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AE33B-F451-49B6-B640-C0CA2F38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4E3CA-BD82-4EBC-B568-A51C20CB2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01F0F-1DE2-4AB1-9351-F52030A82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F2726-9A46-47B4-99D2-9D7F5E532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45A08-153A-4383-8A17-9CB2ABED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94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96A91-7146-4722-85DE-A8D3B55BA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0409D-99C7-42CC-A1B2-092E3D09A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245B3-5A39-43BF-A70D-DC2A6DD5E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E9EFB-1C0F-4ACA-B67C-8C700112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02C4-AE49-499E-B370-8E675C13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66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F16FA-FB4D-458E-BABD-99B21ED66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FA4AC-8A12-40D2-A05F-E14B4BF32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1661D-EA52-4AAD-99A5-79D09F010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7FE5E-F455-4474-9DDA-9750736141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DC37-58D6-47CA-8ECE-A55CC9F11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606AD-1621-484F-AA38-86260A52A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97CD7-0A57-4695-9708-98CCE1D53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56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3EF3-AAC8-42FE-A378-96A840D1B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899" y="1122363"/>
            <a:ext cx="10703293" cy="1967346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Calculator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22B1D-8DA7-4FC4-A023-C208FA689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6122"/>
            <a:ext cx="9144000" cy="791677"/>
          </a:xfrm>
        </p:spPr>
        <p:txBody>
          <a:bodyPr>
            <a:noAutofit/>
          </a:bodyPr>
          <a:lstStyle/>
          <a:p>
            <a: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  <a:t>Project Explanation and Output Demonstrations</a:t>
            </a:r>
          </a:p>
        </p:txBody>
      </p:sp>
    </p:spTree>
    <p:extLst>
      <p:ext uri="{BB962C8B-B14F-4D97-AF65-F5344CB8AC3E}">
        <p14:creationId xmlns:p14="http://schemas.microsoft.com/office/powerpoint/2010/main" val="292912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95BD-604C-46B9-B326-66BE339B6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8265"/>
            <a:ext cx="9144000" cy="654518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latin typeface="Arial" panose="020B0604020202020204" pitchFamily="34" charset="0"/>
                <a:cs typeface="Arial" panose="020B0604020202020204" pitchFamily="34" charset="0"/>
              </a:rPr>
              <a:t>Project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108B6-E26B-4CD5-9D03-7AD47AEA1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13297"/>
            <a:ext cx="9144000" cy="4880008"/>
          </a:xfrm>
        </p:spPr>
        <p:txBody>
          <a:bodyPr>
            <a:noAutofit/>
          </a:bodyPr>
          <a:lstStyle/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This project is a Simple Calculator built using Python and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It performs basic arithmetic operations like:</a:t>
            </a:r>
          </a:p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*Addition(+)</a:t>
            </a:r>
          </a:p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*Subtraction(-)</a:t>
            </a:r>
          </a:p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*Multiplication(*)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*Division(/)</a:t>
            </a:r>
          </a:p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*Percentage(%)</a:t>
            </a:r>
          </a:p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The calculator uses event handling and GUI  components.</a:t>
            </a:r>
          </a:p>
        </p:txBody>
      </p:sp>
    </p:spTree>
    <p:extLst>
      <p:ext uri="{BB962C8B-B14F-4D97-AF65-F5344CB8AC3E}">
        <p14:creationId xmlns:p14="http://schemas.microsoft.com/office/powerpoint/2010/main" val="136365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9424-3834-4D90-BAAA-B5FB52D1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7835"/>
            <a:ext cx="10515600" cy="1344705"/>
          </a:xfrm>
        </p:spPr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600E3-9044-47D2-80E1-269F36250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30341"/>
            <a:ext cx="10515600" cy="2846622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1) Python Programming Language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2)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Library(for GUI)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is pythons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stander’d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GUI toolkit.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It helps create windows, buttons, text fields and layouts.</a:t>
            </a:r>
          </a:p>
        </p:txBody>
      </p:sp>
    </p:spTree>
    <p:extLst>
      <p:ext uri="{BB962C8B-B14F-4D97-AF65-F5344CB8AC3E}">
        <p14:creationId xmlns:p14="http://schemas.microsoft.com/office/powerpoint/2010/main" val="404788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9E63-6298-4926-B1B5-3CC91B96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1683"/>
          </a:xfrm>
        </p:spPr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Main Components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8C653-5AF2-4162-A70D-AEA3D20B4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1443"/>
            <a:ext cx="10515600" cy="3645519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Tk() 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Cretes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main window.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Entry() : Display screen for input/output.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Button() : Calculator buttons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Frame() : Organizes layout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bind() : Handles button click events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eval() : Evaluates mathematical expressions</a:t>
            </a:r>
          </a:p>
        </p:txBody>
      </p:sp>
    </p:spTree>
    <p:extLst>
      <p:ext uri="{BB962C8B-B14F-4D97-AF65-F5344CB8AC3E}">
        <p14:creationId xmlns:p14="http://schemas.microsoft.com/office/powerpoint/2010/main" val="192350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A468-6FCC-4539-B851-75A58658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Working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CCCC2-3807-436D-94D5-63AF3F510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User clicks a button .</a:t>
            </a:r>
          </a:p>
          <a:p>
            <a:pPr marL="514350" indent="-514350"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“click(event)” function is triggered.</a:t>
            </a:r>
          </a:p>
          <a:p>
            <a:pPr marL="514350" indent="-514350"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Button text is detected using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event.widget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[“text”].</a:t>
            </a:r>
          </a:p>
          <a:p>
            <a:pPr marL="514350" indent="-514350"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 ”=“ :- evaluate expression using eval().</a:t>
            </a:r>
          </a:p>
          <a:p>
            <a:pPr marL="514350" indent="-514350"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 “C” :- clear display.</a:t>
            </a:r>
          </a:p>
          <a:p>
            <a:pPr marL="514350" indent="-514350">
              <a:buAutoNum type="arabicParenR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Otherwise :-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inser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 into display.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Error handling prevents program crash.</a:t>
            </a:r>
          </a:p>
          <a:p>
            <a:pPr marL="514350" indent="-514350">
              <a:buAutoNum type="arabicParenR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832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B589-9082-4EAF-A3C7-16C985D2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Features of the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5428-C886-428D-8149-021E9FF1F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7183"/>
            <a:ext cx="10515600" cy="404978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Clean GUI design.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Supports brackets().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Decimal support.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Percentage calculation.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Error handling.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Reset display after result.</a:t>
            </a:r>
          </a:p>
        </p:txBody>
      </p:sp>
    </p:spTree>
    <p:extLst>
      <p:ext uri="{BB962C8B-B14F-4D97-AF65-F5344CB8AC3E}">
        <p14:creationId xmlns:p14="http://schemas.microsoft.com/office/powerpoint/2010/main" val="337873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ED14-4B26-4210-8138-EC6D0ADD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FE29-7596-4E86-9E86-83F96ABAB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Example 1: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Input: 7+2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Output: 9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Example 2: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Input: 7*2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Output: 14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Example 3: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Input: 10/0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Output: Error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6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040D-22F1-4DC1-AFB0-6EFB371F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443598"/>
          </a:xfrm>
        </p:spPr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BCC5A-D1B3-44F0-B9E8-7EBE091C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2847"/>
            <a:ext cx="10515600" cy="3344116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This project demonstrates: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GUI development using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Event-driven programming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Basic arithmetic evaluation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is a beginner-friendly Python project and a strong foundation for advanced GUI apps.</a:t>
            </a:r>
          </a:p>
        </p:txBody>
      </p:sp>
    </p:spTree>
    <p:extLst>
      <p:ext uri="{BB962C8B-B14F-4D97-AF65-F5344CB8AC3E}">
        <p14:creationId xmlns:p14="http://schemas.microsoft.com/office/powerpoint/2010/main" val="2480721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282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Python Tkinter Calculator Project</vt:lpstr>
      <vt:lpstr>Project Introduction</vt:lpstr>
      <vt:lpstr>Technologies Used</vt:lpstr>
      <vt:lpstr>Main Components of the Project</vt:lpstr>
      <vt:lpstr>Working Logic</vt:lpstr>
      <vt:lpstr>Features of the Calculator</vt:lpstr>
      <vt:lpstr>Sample Output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Tkinter Calculator Project</dc:title>
  <dc:creator>vijay chavan</dc:creator>
  <cp:lastModifiedBy>vijay chavan</cp:lastModifiedBy>
  <cp:revision>11</cp:revision>
  <dcterms:created xsi:type="dcterms:W3CDTF">2026-02-16T04:10:24Z</dcterms:created>
  <dcterms:modified xsi:type="dcterms:W3CDTF">2026-02-16T05:31:45Z</dcterms:modified>
</cp:coreProperties>
</file>